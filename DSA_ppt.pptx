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05CD-D8F6-6AB3-2D5A-653C0CA2F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1E1E9-C5DE-B648-61B4-D5B651627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E1F07-BF78-9674-0F9C-DD9ACC6E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D9822-E540-9159-E8DF-964956B0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2960-13A1-E4F8-3BE4-BB12590E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98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3273-CBA6-5D49-C9A2-DE72CEEF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05171-1F3A-E227-6047-7D0549E43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7F2E6-9F2B-26FD-D43C-E99A8E5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E41A6-8135-B1C4-AF72-70134475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CD81-8F30-070B-7C8C-63859B7D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75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B1DC-1929-5402-1ABD-3F8B0227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F9B17-298C-3626-A659-F49C0DCC0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1C1D2-39CA-0F12-E3EB-12BADC2A4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FC4B8-3158-56F1-FB39-BAEA8A21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FFF2E-4158-47DD-A598-E18EA5327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0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F43EE-80C6-416D-00A2-44EA15D3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84E36-36B3-738D-5ECD-6DE50B3EB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C4EE1-3630-39E8-B745-796FF8569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7562A-3653-F743-352E-EC350156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1BFFE-2BFD-6581-D6D4-8413D7BA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F387E-0834-4903-E81F-B101488B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28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847C-E567-4C06-B831-E1A1E0129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78EC3-8895-99BD-55F5-6125704A0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ED34A-1D53-682C-ED9D-28E3FE716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0A56E-134B-7721-7BB5-406BEF2E3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AB6EF-F438-34A5-370A-5D08D9E3E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A3320-BB9A-1FE7-F076-7E936C6D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59643-9FA4-104C-3B1A-BE3380C7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3D43C-837D-EE67-CB92-789BF097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6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1714-BD16-6B86-6730-C7DBE7B6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4A9BA-8CA3-5993-C4E5-B912E4C3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5129E-7805-CE64-8A29-94BC4BBE7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1730E-CA19-B97D-F27B-86879E83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4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178D0-5AD3-F63F-63ED-0689CF4A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DC19F-E251-79FB-50E7-BA2E1F9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3B39E-5CA7-0247-EE09-565F0218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87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2EBA-B0ED-0AC7-7107-7DA9F28F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5D92-9676-C7CC-03F5-B8E22174E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D5B97-BEEB-E40F-5652-98F513F8D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2F289-9BBF-5B7C-FF16-17DA6A23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AA688-7F59-39F8-3CEA-170EFDAC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F7C9-5AD6-6827-44B7-4F711C80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308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E6F2-963C-5F6F-E708-11EF2FB4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6DAD5-34FF-8FB5-A6DA-38D26F956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A2B27-EE74-6DBE-597A-7DD717ACC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F37ED-5BED-C797-927D-33808AFC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9BD4B-6C20-CE23-9987-0BD4DB4B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CB9F3-E5BB-6272-2F60-CDF320FF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5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9F89-FFCA-F755-8A42-640121C7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0CB16-B324-DC0C-221D-155041193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4BFE9-6D81-B12B-3B95-C9470799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5DB95-9339-B86D-01F4-99D19168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C5C94-060F-7669-D936-7381AACC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2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907F7-306C-B9B9-7766-B3C769994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BEDB5-4A8E-ECC6-9C98-7EBB15C81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6EF21-28D3-9206-B7B4-B659589E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DC6CB-A208-E394-9434-D1D26817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F6E23-0FB1-C6B9-B2C7-C4E35D4D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36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5C3F3-3FFB-EFFC-083F-628853C7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6D1F8-FB86-13F9-A48B-1524E0427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AD3D-B8A3-31A4-24FC-A62BA7D07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D4FE8-2A7A-4067-91CE-668CCFC1E218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A8DD8-1095-F352-EEC5-A3862CBC3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BE452-DFA4-A1BA-C69F-A4B76C366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5D982A-7D35-48B6-BC6F-E95CE8F170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4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D965-577A-9D49-E314-DEB0F61B6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104FC-FF1B-5549-5052-589336FE9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DE0CE9-078D-7065-E9FC-DFFF7228D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39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FEB4C-CA76-185C-A4D5-A806DF26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B73377-76F4-1DA4-8FEE-C9359BFBF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079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1B03F-DBD2-EA35-FAD3-34ABB87E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DC46B5-73F6-168C-278A-0ED2AE0BC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92575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23A1-4D5A-9BBC-37D7-7E72B8EB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E6503-20A5-9398-9A86-074B53760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40"/>
            <a:ext cx="12192000" cy="6848760"/>
          </a:xfrm>
        </p:spPr>
      </p:pic>
    </p:spTree>
    <p:extLst>
      <p:ext uri="{BB962C8B-B14F-4D97-AF65-F5344CB8AC3E}">
        <p14:creationId xmlns:p14="http://schemas.microsoft.com/office/powerpoint/2010/main" val="292424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EC42-4819-DF44-6546-9BF394AC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833A1A-1C7E-086F-C9FE-DB082D4AB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63" y="0"/>
            <a:ext cx="12205463" cy="6858000"/>
          </a:xfrm>
        </p:spPr>
      </p:pic>
    </p:spTree>
    <p:extLst>
      <p:ext uri="{BB962C8B-B14F-4D97-AF65-F5344CB8AC3E}">
        <p14:creationId xmlns:p14="http://schemas.microsoft.com/office/powerpoint/2010/main" val="242336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7CBC-5DC1-ED41-0992-87F7B4D3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B0CE06-744D-34E6-6ED0-4B6F0D261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2661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EA6A-FC86-838C-7684-BB118C15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9A9B40-4A60-6399-1C78-D84C3B81C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0618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Preetham</dc:creator>
  <cp:lastModifiedBy>Guru Preetham</cp:lastModifiedBy>
  <cp:revision>1</cp:revision>
  <dcterms:created xsi:type="dcterms:W3CDTF">2025-11-20T17:07:52Z</dcterms:created>
  <dcterms:modified xsi:type="dcterms:W3CDTF">2025-11-20T17:15:02Z</dcterms:modified>
</cp:coreProperties>
</file>